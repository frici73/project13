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A4F4CB-A84D-408C-9B53-ACB6A47CFEBC}" v="133" dt="2026-10-18T17:44:54.605"/>
    <p1510:client id="{2EF0F7DD-624F-4D80-A8DC-44FE5923EDDD}" v="801" dt="2026-10-18T17:24:29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382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010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132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73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99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75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282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406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04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523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998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10/19/2026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432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: Shape 9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Freeform: Shape 11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56444" cy="3255264"/>
          </a:xfrm>
        </p:spPr>
        <p:txBody>
          <a:bodyPr>
            <a:normAutofit/>
          </a:bodyPr>
          <a:lstStyle/>
          <a:p>
            <a:pPr algn="r"/>
            <a:r>
              <a:rPr lang="hu-HU" sz="6000" dirty="0" err="1">
                <a:solidFill>
                  <a:schemeClr val="accent1"/>
                </a:solidFill>
                <a:latin typeface="Arial"/>
                <a:cs typeface="Arial"/>
              </a:rPr>
              <a:t>Working</a:t>
            </a:r>
            <a:r>
              <a:rPr lang="hu-HU" sz="600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lang="hu-HU" sz="6000" dirty="0" err="1">
                <a:solidFill>
                  <a:schemeClr val="accent1"/>
                </a:solidFill>
                <a:latin typeface="Arial"/>
                <a:cs typeface="Arial"/>
              </a:rPr>
              <a:t>Souls</a:t>
            </a:r>
            <a:r>
              <a:rPr lang="hu-HU" sz="6000" dirty="0">
                <a:solidFill>
                  <a:schemeClr val="accent1"/>
                </a:solidFill>
                <a:latin typeface="Arial"/>
                <a:cs typeface="Arial"/>
              </a:rPr>
              <a:t> Fejlesztési állapot összegző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1800" dirty="0">
                <a:solidFill>
                  <a:srgbClr val="FFFFFF"/>
                </a:solidFill>
                <a:latin typeface="Arial"/>
                <a:cs typeface="Arial"/>
              </a:rPr>
              <a:t>Csapat tagok: </a:t>
            </a:r>
          </a:p>
          <a:p>
            <a:pPr algn="r"/>
            <a:r>
              <a:rPr lang="hu-HU" sz="1800" dirty="0">
                <a:solidFill>
                  <a:srgbClr val="FFFFFF"/>
                </a:solidFill>
                <a:latin typeface="Arial"/>
                <a:cs typeface="Arial"/>
              </a:rPr>
              <a:t>Friedmann Máté, </a:t>
            </a:r>
          </a:p>
          <a:p>
            <a:pPr algn="r"/>
            <a:r>
              <a:rPr lang="hu-HU" sz="1800" dirty="0" err="1">
                <a:solidFill>
                  <a:srgbClr val="FFFFFF"/>
                </a:solidFill>
                <a:latin typeface="Arial"/>
                <a:cs typeface="Arial"/>
              </a:rPr>
              <a:t>Prisznyák</a:t>
            </a:r>
            <a:r>
              <a:rPr lang="hu-HU" sz="1800" dirty="0">
                <a:solidFill>
                  <a:srgbClr val="FFFFFF"/>
                </a:solidFill>
                <a:latin typeface="Arial"/>
                <a:cs typeface="Arial"/>
              </a:rPr>
              <a:t> Patrik, </a:t>
            </a:r>
          </a:p>
          <a:p>
            <a:pPr algn="r"/>
            <a:r>
              <a:rPr lang="hu-HU" sz="1800" dirty="0">
                <a:solidFill>
                  <a:srgbClr val="FFFFFF"/>
                </a:solidFill>
                <a:latin typeface="Arial"/>
                <a:cs typeface="Arial"/>
              </a:rPr>
              <a:t>Marton Alex Norto</a:t>
            </a:r>
            <a:r>
              <a:rPr lang="hu-HU" sz="1800" dirty="0">
                <a:solidFill>
                  <a:srgbClr val="FFFFFF"/>
                </a:solidFill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1B84FE-03CD-7B60-01B8-F394744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000">
                <a:latin typeface="Arial"/>
                <a:cs typeface="Arial"/>
              </a:rPr>
              <a:t>A Working</a:t>
            </a:r>
            <a:r>
              <a:rPr lang="hu-HU" sz="4000" dirty="0">
                <a:latin typeface="Arial"/>
                <a:cs typeface="Arial"/>
              </a:rPr>
              <a:t> </a:t>
            </a:r>
            <a:r>
              <a:rPr lang="hu-HU" sz="4000">
                <a:latin typeface="Arial"/>
                <a:cs typeface="Arial"/>
              </a:rPr>
              <a:t>souls ismertetője</a:t>
            </a:r>
            <a:endParaRPr lang="hu-HU" sz="4000" dirty="0">
              <a:latin typeface="Arial"/>
              <a:cs typeface="Aria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8B2690-0AFF-98DD-5D52-FF8B3A2A5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A Working Souls egy álláskereső weboldal, amely összekapcsolja az álláskeresőket és a munkáltatókat, lehetőséget biztosítva számukra a kapcsolatfelvételre és a munkaviszony kialakítására.</a:t>
            </a:r>
            <a:endParaRPr lang="hu-HU">
              <a:latin typeface="Arial"/>
              <a:cs typeface="Arial"/>
            </a:endParaRPr>
          </a:p>
          <a:p>
            <a:pPr marL="0" indent="0">
              <a:buNone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Főbb funkciók:</a:t>
            </a:r>
            <a:endParaRPr lang="hu-HU" b="1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Részletes statisztikák: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 különböző munkakörökhöz kapcsolódó adatok segítik a felhasználókat a megalapozott döntéshozatalban.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Személyre szabott keresés: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Az álláskeresők különböző szempontok alapján szűrhetnek a munkalehetőségek között, hogy megtalálják a számukra legmegfelelőbb állást.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Célzott munkáltatói keresés: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A cégek szűrhetnek a regisztrált álláskeresők között, és közvetlenül felvehetik a kapcsolatot a számukra megfelelő jelöltekkel.</a:t>
            </a:r>
            <a:endParaRPr lang="hu-HU">
              <a:latin typeface="Arial"/>
              <a:cs typeface="Arial"/>
            </a:endParaRPr>
          </a:p>
          <a:p>
            <a:pPr>
              <a:buFont typeface="Arial" pitchFamily="18" charset="2"/>
              <a:buChar char="•"/>
            </a:pPr>
            <a:r>
              <a:rPr lang="hu-HU" b="1">
                <a:solidFill>
                  <a:srgbClr val="595959"/>
                </a:solidFill>
                <a:latin typeface="Arial"/>
                <a:ea typeface="+mn-lt"/>
                <a:cs typeface="Arial"/>
              </a:rPr>
              <a:t>Közvetlen kapcsolatfelvétel:</a:t>
            </a:r>
            <a:r>
              <a:rPr lang="hu-HU">
                <a:solidFill>
                  <a:srgbClr val="595959"/>
                </a:solidFill>
                <a:latin typeface="Arial"/>
                <a:ea typeface="+mn-lt"/>
                <a:cs typeface="Arial"/>
              </a:rPr>
              <a:t> Mindkét fél kezdeményezheti a kapcsolatot, megkönnyítve a megfelelő munkaerő és a megfelelő munkalehetőség egymásra találását.</a:t>
            </a:r>
            <a:endParaRPr lang="hu-HU">
              <a:latin typeface="Arial"/>
              <a:cs typeface="Arial"/>
            </a:endParaRP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27984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4A5CBE3-E14A-CE4B-821F-9E245FFBA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878" y="3068977"/>
            <a:ext cx="2395836" cy="70032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spc="-100" dirty="0" err="1">
                <a:latin typeface="Arial"/>
                <a:cs typeface="Arial"/>
              </a:rPr>
              <a:t>Adatbázis</a:t>
            </a:r>
            <a:endParaRPr lang="en-US" sz="4000" spc="-100">
              <a:latin typeface="Arial"/>
              <a:cs typeface="Arial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139A220-7F39-C6FB-9F5F-0BB22C6AE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427" y="3762570"/>
            <a:ext cx="3228521" cy="9144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ER </a:t>
            </a: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modell</a:t>
            </a: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: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6D11C40-937C-9992-E360-9BCD1C94D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53116"/>
            <a:ext cx="6367271" cy="474361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887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E4CABB1-C4B2-7B12-2EF1-03FEFDD21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878" y="3080182"/>
            <a:ext cx="2384630" cy="677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spc="-100" dirty="0" err="1">
                <a:latin typeface="Arial"/>
                <a:cs typeface="Arial"/>
              </a:rPr>
              <a:t>Adatbázis</a:t>
            </a:r>
            <a:endParaRPr lang="en-US" sz="4000" spc="-100">
              <a:latin typeface="Arial"/>
              <a:cs typeface="Arial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5B5AE87-10A8-474C-51C9-D6B3277398FD}"/>
              </a:ext>
            </a:extLst>
          </p:cNvPr>
          <p:cNvSpPr txBox="1"/>
          <p:nvPr/>
        </p:nvSpPr>
        <p:spPr>
          <a:xfrm>
            <a:off x="1122427" y="3908246"/>
            <a:ext cx="3228521" cy="91440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Relációs</a:t>
            </a:r>
            <a:r>
              <a:rPr lang="en-US" sz="24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240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cs typeface="Arial"/>
              </a:rPr>
              <a:t>modell</a:t>
            </a:r>
            <a:endParaRPr lang="en-US" sz="240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A44C2F4F-0AC1-AFAF-2FCF-E1B609435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442" b="-593"/>
          <a:stretch>
            <a:fillRect/>
          </a:stretch>
        </p:blipFill>
        <p:spPr>
          <a:xfrm>
            <a:off x="5120640" y="1055589"/>
            <a:ext cx="6367271" cy="473867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15668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81577AD-DA5F-48B3-8FB9-5199BA9EE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5350"/>
            <a:ext cx="4642228" cy="5330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CF02FF-940D-65D5-E94C-85BB01DB9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249" y="1123837"/>
            <a:ext cx="4016116" cy="1255469"/>
          </a:xfrm>
        </p:spPr>
        <p:txBody>
          <a:bodyPr>
            <a:normAutofit/>
          </a:bodyPr>
          <a:lstStyle/>
          <a:p>
            <a:r>
              <a:rPr lang="hu-HU" sz="4000"/>
              <a:t>Lekérdezések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F4FA08-5EE9-B83D-28E6-40BA786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249" y="2510395"/>
            <a:ext cx="4016116" cy="32745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>
                <a:solidFill>
                  <a:srgbClr val="FFFFFF"/>
                </a:solidFill>
              </a:rPr>
              <a:t>A database mappa tartalmazza a lekerdezes.txt -t.</a:t>
            </a:r>
          </a:p>
          <a:p>
            <a:pPr marL="0" indent="0">
              <a:buNone/>
            </a:pPr>
            <a:r>
              <a:rPr lang="hu-HU">
                <a:solidFill>
                  <a:srgbClr val="FFFFFF"/>
                </a:solidFill>
              </a:rPr>
              <a:t>Tartalmából: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19AE91D-C9E6-9A8B-B3B1-FCE8B616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463" y="1728128"/>
            <a:ext cx="6193767" cy="339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37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68072-CFFE-0DE7-A46A-ECF0E9D0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hu-HU" sz="4000" dirty="0">
                <a:latin typeface="Arial"/>
                <a:cs typeface="Arial"/>
              </a:rPr>
              <a:t>További tervek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D25CCFCC-EB9E-9E0C-8B1C-4A17EEE5169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>
                <a:latin typeface="Arial"/>
                <a:cs typeface="Arial"/>
              </a:rPr>
              <a:t>Habár backend hiányában nem lehet érdemi haladást elérni a frontend-ben már vannak terveink az oldal felépítéséhez.</a:t>
            </a:r>
          </a:p>
          <a:p>
            <a:pPr marL="0" indent="0">
              <a:buNone/>
            </a:pPr>
            <a:r>
              <a:rPr lang="hu-HU" dirty="0">
                <a:latin typeface="Arial"/>
                <a:cs typeface="Arial"/>
              </a:rPr>
              <a:t>A lekéréseket elkezdtük megírni a backendhez. Az adatbázis megírása lesz a következő lépésünk.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ADC5DD4-44A7-3BA2-C3F0-A8C2F203B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8980" y="1272955"/>
            <a:ext cx="7899963" cy="44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47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DB23C2B-2054-4D8B-9E98-9190F8E05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797B5BC-9873-45F9-97D6-298FB5AF08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762000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28DB2F9-05D3-522B-21C9-1F1459E2E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289" y="1055614"/>
            <a:ext cx="3861892" cy="3469301"/>
          </a:xfrm>
        </p:spPr>
        <p:txBody>
          <a:bodyPr>
            <a:normAutofit/>
          </a:bodyPr>
          <a:lstStyle/>
          <a:p>
            <a:r>
              <a:rPr lang="hu-HU" sz="6000">
                <a:latin typeface="Arial"/>
                <a:cs typeface="Arial"/>
              </a:rPr>
              <a:t>Az összegző vége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FF89998-579E-A8B1-8337-B2AC4A54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018" y="1840025"/>
            <a:ext cx="6627377" cy="349171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>
                <a:latin typeface="Arial"/>
                <a:cs typeface="Arial"/>
              </a:rPr>
              <a:t>Köszönjük a figyelmet!</a:t>
            </a:r>
          </a:p>
          <a:p>
            <a:pPr marL="0" indent="0">
              <a:buNone/>
            </a:pPr>
            <a:r>
              <a:rPr lang="hu-HU">
                <a:latin typeface="Arial"/>
                <a:cs typeface="Arial"/>
              </a:rPr>
              <a:t>Készítette: Friedmann Máté, Prisznyák Patrik, Marton Alex Norton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5C2FCD-09A4-4B4B-AA73-F330DFE91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1190517" y="1056875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92388840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200</Words>
  <Application>Microsoft Office PowerPoint</Application>
  <PresentationFormat>Szélesvásznú</PresentationFormat>
  <Paragraphs>25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Arial</vt:lpstr>
      <vt:lpstr>Corbel</vt:lpstr>
      <vt:lpstr>Wingdings 2</vt:lpstr>
      <vt:lpstr>Frame</vt:lpstr>
      <vt:lpstr>Working Souls Fejlesztési állapot összegző</vt:lpstr>
      <vt:lpstr>A Working souls ismertetője</vt:lpstr>
      <vt:lpstr>Adatbázis</vt:lpstr>
      <vt:lpstr>Adatbázis</vt:lpstr>
      <vt:lpstr>Lekérdezések</vt:lpstr>
      <vt:lpstr>További tervek</vt:lpstr>
      <vt:lpstr>Az összegző vége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Máté Friedmann</cp:lastModifiedBy>
  <cp:revision>278</cp:revision>
  <dcterms:created xsi:type="dcterms:W3CDTF">2026-10-18T16:20:55Z</dcterms:created>
  <dcterms:modified xsi:type="dcterms:W3CDTF">2026-10-19T06:20:01Z</dcterms:modified>
</cp:coreProperties>
</file>