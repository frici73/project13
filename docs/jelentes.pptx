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4F4CB-A84D-408C-9B53-ACB6A47CFEBC}" v="133" dt="2026-10-18T17:44:54.605"/>
    <p1510:client id="{2EF0F7DD-624F-4D80-A8DC-44FE5923EDDD}" v="801" dt="2026-10-18T17:24:2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38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1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13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73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9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7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28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0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04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52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99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43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56444" cy="3255264"/>
          </a:xfrm>
        </p:spPr>
        <p:txBody>
          <a:bodyPr>
            <a:normAutofit/>
          </a:bodyPr>
          <a:lstStyle/>
          <a:p>
            <a:pPr algn="r"/>
            <a:r>
              <a:rPr lang="hu-HU" sz="6000" dirty="0" err="1">
                <a:solidFill>
                  <a:schemeClr val="accent1"/>
                </a:solidFill>
                <a:latin typeface="Arial"/>
                <a:cs typeface="Arial"/>
              </a:rPr>
              <a:t>Working</a:t>
            </a:r>
            <a:r>
              <a:rPr lang="hu-HU" sz="60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hu-HU" sz="6000" dirty="0" err="1">
                <a:solidFill>
                  <a:schemeClr val="accent1"/>
                </a:solidFill>
                <a:latin typeface="Arial"/>
                <a:cs typeface="Arial"/>
              </a:rPr>
              <a:t>Souls</a:t>
            </a:r>
            <a:r>
              <a:rPr lang="hu-HU" sz="6000" dirty="0">
                <a:solidFill>
                  <a:schemeClr val="accent1"/>
                </a:solidFill>
                <a:latin typeface="Arial"/>
                <a:cs typeface="Arial"/>
              </a:rPr>
              <a:t> Fejlesztési állapot összegző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28702" y="4084889"/>
            <a:ext cx="3021621" cy="17091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 dirty="0">
                <a:solidFill>
                  <a:srgbClr val="FFFFFF"/>
                </a:solidFill>
                <a:latin typeface="Arial"/>
                <a:cs typeface="Arial"/>
              </a:rPr>
              <a:t>Csapat tagok: </a:t>
            </a:r>
          </a:p>
          <a:p>
            <a:pPr algn="r"/>
            <a:r>
              <a:rPr lang="hu-HU" sz="1800" dirty="0">
                <a:solidFill>
                  <a:srgbClr val="FFFFFF"/>
                </a:solidFill>
                <a:latin typeface="Arial"/>
                <a:cs typeface="Arial"/>
              </a:rPr>
              <a:t>Friedmann Máté, </a:t>
            </a:r>
          </a:p>
          <a:p>
            <a:pPr algn="r"/>
            <a:r>
              <a:rPr lang="hu-HU" sz="1800" dirty="0" err="1">
                <a:solidFill>
                  <a:srgbClr val="FFFFFF"/>
                </a:solidFill>
                <a:latin typeface="Arial"/>
                <a:cs typeface="Arial"/>
              </a:rPr>
              <a:t>Prisznyák</a:t>
            </a:r>
            <a:r>
              <a:rPr lang="hu-HU" sz="1800" dirty="0">
                <a:solidFill>
                  <a:srgbClr val="FFFFFF"/>
                </a:solidFill>
                <a:latin typeface="Arial"/>
                <a:cs typeface="Arial"/>
              </a:rPr>
              <a:t> Patrik, </a:t>
            </a:r>
          </a:p>
          <a:p>
            <a:pPr algn="r"/>
            <a:r>
              <a:rPr lang="hu-HU" sz="1800" dirty="0">
                <a:solidFill>
                  <a:srgbClr val="FFFFFF"/>
                </a:solidFill>
                <a:latin typeface="Arial"/>
                <a:cs typeface="Arial"/>
              </a:rPr>
              <a:t>Marton Alex Norto</a:t>
            </a:r>
            <a:r>
              <a:rPr lang="hu-HU" sz="1800" dirty="0">
                <a:solidFill>
                  <a:srgbClr val="FFFFFF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1B84FE-03CD-7B60-01B8-F394744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000">
                <a:latin typeface="Arial"/>
                <a:cs typeface="Arial"/>
              </a:rPr>
              <a:t>A Working</a:t>
            </a:r>
            <a:r>
              <a:rPr lang="hu-HU" sz="4000" dirty="0">
                <a:latin typeface="Arial"/>
                <a:cs typeface="Arial"/>
              </a:rPr>
              <a:t> </a:t>
            </a:r>
            <a:r>
              <a:rPr lang="hu-HU" sz="4000">
                <a:latin typeface="Arial"/>
                <a:cs typeface="Arial"/>
              </a:rPr>
              <a:t>souls ismertetője</a:t>
            </a:r>
            <a:endParaRPr lang="hu-HU" sz="4000" dirty="0">
              <a:latin typeface="Arial"/>
              <a:cs typeface="Aria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8B2690-0AFF-98DD-5D52-FF8B3A2A5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hu-HU">
                <a:solidFill>
                  <a:srgbClr val="595959"/>
                </a:solidFill>
                <a:latin typeface="Arial"/>
                <a:ea typeface="+mn-lt"/>
                <a:cs typeface="Arial"/>
              </a:rPr>
              <a:t>A Working Souls egy álláskereső weboldal, amely összekapcsolja az álláskeresőket és a munkáltatókat, lehetőséget biztosítva számukra a kapcsolatfelvételre és a munkaviszony kialakítására.</a:t>
            </a:r>
            <a:endParaRPr lang="hu-HU">
              <a:latin typeface="Arial"/>
              <a:cs typeface="Arial"/>
            </a:endParaRPr>
          </a:p>
          <a:p>
            <a:pPr marL="0" indent="0">
              <a:buNone/>
            </a:pPr>
            <a:r>
              <a:rPr lang="hu-HU" b="1">
                <a:solidFill>
                  <a:srgbClr val="595959"/>
                </a:solidFill>
                <a:latin typeface="Arial"/>
                <a:ea typeface="+mn-lt"/>
                <a:cs typeface="Arial"/>
              </a:rPr>
              <a:t>Főbb funkciók:</a:t>
            </a:r>
            <a:endParaRPr lang="hu-HU" b="1">
              <a:latin typeface="Arial"/>
              <a:cs typeface="Arial"/>
            </a:endParaRPr>
          </a:p>
          <a:p>
            <a:pPr>
              <a:buFont typeface="Arial" pitchFamily="18" charset="2"/>
              <a:buChar char="•"/>
            </a:pPr>
            <a:r>
              <a:rPr lang="hu-HU" b="1">
                <a:solidFill>
                  <a:srgbClr val="595959"/>
                </a:solidFill>
                <a:latin typeface="Arial"/>
                <a:ea typeface="+mn-lt"/>
                <a:cs typeface="Arial"/>
              </a:rPr>
              <a:t>Részletes statisztikák:</a:t>
            </a:r>
            <a:r>
              <a:rPr lang="hu-HU">
                <a:solidFill>
                  <a:srgbClr val="595959"/>
                </a:solidFill>
                <a:latin typeface="Arial"/>
                <a:ea typeface="+mn-lt"/>
                <a:cs typeface="Arial"/>
              </a:rPr>
              <a:t> A különböző munkakörökhöz kapcsolódó adatok segítik a felhasználókat a megalapozott döntéshozatalban.</a:t>
            </a:r>
            <a:endParaRPr lang="hu-HU">
              <a:latin typeface="Arial"/>
              <a:cs typeface="Arial"/>
            </a:endParaRPr>
          </a:p>
          <a:p>
            <a:pPr>
              <a:buFont typeface="Arial" pitchFamily="18" charset="2"/>
              <a:buChar char="•"/>
            </a:pPr>
            <a:r>
              <a:rPr lang="hu-HU" b="1">
                <a:solidFill>
                  <a:srgbClr val="595959"/>
                </a:solidFill>
                <a:latin typeface="Arial"/>
                <a:ea typeface="+mn-lt"/>
                <a:cs typeface="Arial"/>
              </a:rPr>
              <a:t>Személyre szabott keresés:</a:t>
            </a:r>
            <a:r>
              <a:rPr lang="hu-HU">
                <a:solidFill>
                  <a:srgbClr val="595959"/>
                </a:solidFill>
                <a:latin typeface="Arial"/>
                <a:ea typeface="+mn-lt"/>
                <a:cs typeface="Arial"/>
              </a:rPr>
              <a:t> Az álláskeresők különböző szempontok alapján szűrhetnek a munkalehetőségek között, hogy megtalálják a számukra legmegfelelőbb állást.</a:t>
            </a:r>
            <a:endParaRPr lang="hu-HU">
              <a:latin typeface="Arial"/>
              <a:cs typeface="Arial"/>
            </a:endParaRPr>
          </a:p>
          <a:p>
            <a:pPr>
              <a:buFont typeface="Arial" pitchFamily="18" charset="2"/>
              <a:buChar char="•"/>
            </a:pPr>
            <a:r>
              <a:rPr lang="hu-HU" b="1">
                <a:solidFill>
                  <a:srgbClr val="595959"/>
                </a:solidFill>
                <a:latin typeface="Arial"/>
                <a:ea typeface="+mn-lt"/>
                <a:cs typeface="Arial"/>
              </a:rPr>
              <a:t>Célzott munkáltatói keresés:</a:t>
            </a:r>
            <a:r>
              <a:rPr lang="hu-HU">
                <a:solidFill>
                  <a:srgbClr val="595959"/>
                </a:solidFill>
                <a:latin typeface="Arial"/>
                <a:ea typeface="+mn-lt"/>
                <a:cs typeface="Arial"/>
              </a:rPr>
              <a:t> A cégek szűrhetnek a regisztrált álláskeresők között, és közvetlenül felvehetik a kapcsolatot a számukra megfelelő jelöltekkel.</a:t>
            </a:r>
            <a:endParaRPr lang="hu-HU">
              <a:latin typeface="Arial"/>
              <a:cs typeface="Arial"/>
            </a:endParaRPr>
          </a:p>
          <a:p>
            <a:pPr>
              <a:buFont typeface="Arial" pitchFamily="18" charset="2"/>
              <a:buChar char="•"/>
            </a:pPr>
            <a:r>
              <a:rPr lang="hu-HU" b="1">
                <a:solidFill>
                  <a:srgbClr val="595959"/>
                </a:solidFill>
                <a:latin typeface="Arial"/>
                <a:ea typeface="+mn-lt"/>
                <a:cs typeface="Arial"/>
              </a:rPr>
              <a:t>Közvetlen kapcsolatfelvétel:</a:t>
            </a:r>
            <a:r>
              <a:rPr lang="hu-HU">
                <a:solidFill>
                  <a:srgbClr val="595959"/>
                </a:solidFill>
                <a:latin typeface="Arial"/>
                <a:ea typeface="+mn-lt"/>
                <a:cs typeface="Arial"/>
              </a:rPr>
              <a:t> Mindkét fél kezdeményezheti a kapcsolatot, megkönnyítve a megfelelő munkaerő és a megfelelő munkalehetőség egymásra találását.</a:t>
            </a:r>
            <a:endParaRPr lang="hu-HU">
              <a:latin typeface="Arial"/>
              <a:cs typeface="Arial"/>
            </a:endParaRP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2798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4A5CBE3-E14A-CE4B-821F-9E245FFB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78" y="3068977"/>
            <a:ext cx="2395836" cy="7003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spc="-100" dirty="0" err="1">
                <a:latin typeface="Arial"/>
                <a:cs typeface="Arial"/>
              </a:rPr>
              <a:t>Adatbázis</a:t>
            </a:r>
            <a:endParaRPr lang="en-US" sz="4000" spc="-100">
              <a:latin typeface="Arial"/>
              <a:cs typeface="Arial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39A220-7F39-C6FB-9F5F-0BB22C6AE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427" y="3762570"/>
            <a:ext cx="3228521" cy="914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ER </a:t>
            </a:r>
            <a:r>
              <a:rPr lang="en-US" sz="24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modell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Kép 5" descr="A képen képernyőkép, fekete-fehér, kör, szöve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B18EFFB-C9EB-4DBE-22CA-9D79C4D25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04" y="949363"/>
            <a:ext cx="6586610" cy="52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8E4CABB1-C4B2-7B12-2EF1-03FEFDD2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78" y="3080182"/>
            <a:ext cx="2384630" cy="677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spc="-100" dirty="0" err="1">
                <a:latin typeface="Arial"/>
                <a:cs typeface="Arial"/>
              </a:rPr>
              <a:t>Adatbázis</a:t>
            </a:r>
            <a:endParaRPr lang="en-US" sz="4000" spc="-100">
              <a:latin typeface="Arial"/>
              <a:cs typeface="Arial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5B5AE87-10A8-474C-51C9-D6B3277398FD}"/>
              </a:ext>
            </a:extLst>
          </p:cNvPr>
          <p:cNvSpPr txBox="1"/>
          <p:nvPr/>
        </p:nvSpPr>
        <p:spPr>
          <a:xfrm>
            <a:off x="1122427" y="3908246"/>
            <a:ext cx="3228521" cy="9144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US" sz="24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Relációs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4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modell</a:t>
            </a:r>
            <a:endParaRPr lang="en-US" sz="2400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Tartalom helye 7" descr="A képen szöveg, képernyőkép, Betűtípus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55A1B52-0F23-2BD3-20F5-E72B57C32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873" y="939304"/>
            <a:ext cx="6674239" cy="4959667"/>
          </a:xfrm>
        </p:spPr>
      </p:pic>
    </p:spTree>
    <p:extLst>
      <p:ext uri="{BB962C8B-B14F-4D97-AF65-F5344CB8AC3E}">
        <p14:creationId xmlns:p14="http://schemas.microsoft.com/office/powerpoint/2010/main" val="341566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ECF02FF-940D-65D5-E94C-85BB01DB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hu-HU" sz="4000"/>
              <a:t>Lekérdezések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F4FA08-5EE9-B83D-28E6-40BA786F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>
                <a:solidFill>
                  <a:srgbClr val="FFFFFF"/>
                </a:solidFill>
              </a:rPr>
              <a:t>A database mappa tartalmazza a lekerdezes.txt -t.</a:t>
            </a:r>
          </a:p>
          <a:p>
            <a:pPr marL="0" indent="0">
              <a:buNone/>
            </a:pPr>
            <a:r>
              <a:rPr lang="hu-HU">
                <a:solidFill>
                  <a:srgbClr val="FFFFFF"/>
                </a:solidFill>
              </a:rPr>
              <a:t>Tartalmából: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19AE91D-C9E6-9A8B-B3B1-FCE8B616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463" y="1728128"/>
            <a:ext cx="6193767" cy="339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3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C68072-CFFE-0DE7-A46A-ECF0E9D0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hu-HU" sz="4000" dirty="0">
                <a:latin typeface="Arial"/>
                <a:cs typeface="Arial"/>
              </a:rPr>
              <a:t>További tervek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D25CCFCC-EB9E-9E0C-8B1C-4A17EEE51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Arial"/>
                <a:cs typeface="Arial"/>
              </a:rPr>
              <a:t>Habár backend hiányában nem lehet érdemi haladást elérni a frontend-ben már vannak terveink az oldal felépítéséhez.</a:t>
            </a:r>
          </a:p>
          <a:p>
            <a:pPr marL="0" indent="0">
              <a:buNone/>
            </a:pPr>
            <a:r>
              <a:rPr lang="hu-HU" dirty="0">
                <a:latin typeface="Arial"/>
                <a:cs typeface="Arial"/>
              </a:rPr>
              <a:t>A lekéréseket elkezdtük megírni a backendhez. Az adatbázis megírása lesz a következő lépésünk.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ADC5DD4-44A7-3BA2-C3F0-A8C2F203B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980" y="1272955"/>
            <a:ext cx="7899963" cy="444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4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28DB2F9-05D3-522B-21C9-1F1459E2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89" y="1055614"/>
            <a:ext cx="3861892" cy="3469301"/>
          </a:xfrm>
        </p:spPr>
        <p:txBody>
          <a:bodyPr>
            <a:normAutofit/>
          </a:bodyPr>
          <a:lstStyle/>
          <a:p>
            <a:r>
              <a:rPr lang="hu-HU" sz="6000">
                <a:latin typeface="Arial"/>
                <a:cs typeface="Arial"/>
              </a:rPr>
              <a:t>Az összegző vége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F89998-579E-A8B1-8337-B2AC4A540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018" y="1840025"/>
            <a:ext cx="6627377" cy="34917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>
                <a:latin typeface="Arial"/>
                <a:cs typeface="Arial"/>
              </a:rPr>
              <a:t>Köszönjük a figyelmet!</a:t>
            </a:r>
          </a:p>
          <a:p>
            <a:pPr marL="0" indent="0">
              <a:buNone/>
            </a:pPr>
            <a:r>
              <a:rPr lang="hu-HU">
                <a:latin typeface="Arial"/>
                <a:cs typeface="Arial"/>
              </a:rPr>
              <a:t>Készítette: Friedmann Máté, Prisznyák Patrik, Marton Alex Norton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238884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</Words>
  <Application>Microsoft Office PowerPoint</Application>
  <PresentationFormat>Szélesvásznú</PresentationFormat>
  <Paragraphs>25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Corbel</vt:lpstr>
      <vt:lpstr>Wingdings 2</vt:lpstr>
      <vt:lpstr>Frame</vt:lpstr>
      <vt:lpstr>Working Souls Fejlesztési állapot összegző</vt:lpstr>
      <vt:lpstr>A Working souls ismertetője</vt:lpstr>
      <vt:lpstr>Adatbázis</vt:lpstr>
      <vt:lpstr>Adatbázis</vt:lpstr>
      <vt:lpstr>Lekérdezések</vt:lpstr>
      <vt:lpstr>További tervek</vt:lpstr>
      <vt:lpstr>Az összegző vége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Máté Friedmann</cp:lastModifiedBy>
  <cp:revision>280</cp:revision>
  <dcterms:created xsi:type="dcterms:W3CDTF">2026-10-18T16:20:55Z</dcterms:created>
  <dcterms:modified xsi:type="dcterms:W3CDTF">2026-10-21T08:57:48Z</dcterms:modified>
</cp:coreProperties>
</file>